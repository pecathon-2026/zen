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8ed5224-2e7f-81fc-e74f-04f800bcb694}">
          <p14:sldIdLst>
            <p14:sldId id="256"/>
          </p14:sldIdLst>
        </p14:section>
        <p14:section name="Problem and design" id="{23b27dbd-dba0-6536-0659-4803ba7d2b49}">
          <p14:sldIdLst>
            <p14:sldId id="257"/>
            <p14:sldId id="258"/>
            <p14:sldId id="259"/>
          </p14:sldIdLst>
        </p14:section>
        <p14:section name="How it works" id="{d6b1e2cb-2673-2638-0f5d-690a856d8652}">
          <p14:sldIdLst>
            <p14:sldId id="260"/>
            <p14:sldId id="261"/>
            <p14:sldId id="262"/>
          </p14:sldIdLst>
        </p14:section>
        <p14:section name="Results" id="{86bf25e1-159c-3f30-b2a7-290251b1470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140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140F"/>
                </a:solidFill>
                <a:latin typeface="+mn-lt"/>
              </a:rPr>
              <a:t>Leak rate by attack type (%), 48 scenarios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Plain redaction</c:v>
                </c:pt>
              </c:strCache>
            </c:strRef>
          </c:tx>
          <c:spPr>
            <a:solidFill>
              <a:srgbClr val="D9B8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4A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Partial values</c:v>
                  </c:pt>
                  <c:pt idx="1">
                    <c:v>Recomputable</c:v>
                  </c:pt>
                  <c:pt idx="2">
                    <c:v>Quasi-IDs</c:v>
                  </c:pt>
                  <c:pt idx="3">
                    <c:v>Cross-field</c:v>
                  </c:pt>
                  <c:pt idx="4">
                    <c:v>Context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Zen (minimised)</c:v>
                </c:pt>
              </c:strCache>
            </c:strRef>
          </c:tx>
          <c:spPr>
            <a:solidFill>
              <a:srgbClr val="B843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4A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Partial values</c:v>
                  </c:pt>
                  <c:pt idx="1">
                    <c:v>Recomputable</c:v>
                  </c:pt>
                  <c:pt idx="2">
                    <c:v>Quasi-IDs</c:v>
                  </c:pt>
                  <c:pt idx="3">
                    <c:v>Cross-field</c:v>
                  </c:pt>
                  <c:pt idx="4">
                    <c:v>Context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9</c:v>
                </c:pt>
                <c:pt idx="2">
                  <c:v>0</c:v>
                </c:pt>
                <c:pt idx="3">
                  <c:v>12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4A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C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Zen is a Chrome extension plus a Python agent that lets AI agents work on web pages while sensitive data never reaches the external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from eval.shield_eval with the shield off: OCR reads 21 of the 34 synthetic sensitive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India-specific IDs with real checksums (Aadhaar Verhoeff, GSTIN mod-36, UPI, IFSC), a JS port that runs offline in the extension, and an on-device planner option via Ollama.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surfaces share this pipeline: the Chrome extension (main), the Python agent, and the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with eval.shield_eval in real Chromium: 0 values in screenshots, page text or input values; mean field cover 87%; focus keeps 95%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eval.inference.run: an offline attacker tries to recover each redacted value from context. Leak = exact recovery, at least 1 bit narrowed, or re-identification. 2 known-gap leaks remain after minimise.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tests prove vault values reach the page but never model payloads, logs or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Reproduce: python -m eval.shield_eval, python -m eval.run_eval, python -m eval.inference.run, pytest -q, node --test extension/tests/.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DARK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Zen · PS-004 PrivacyLens · PECathon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PECATHON 2026 · PS-004 PRIVACYLENS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</a:t>
            </a:r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local privacy lens for AI browser agents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“Compute what is sensitive locally. Reason globally only on sanitized data.”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828800" cy="2743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[REDACTED:CARD]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3840480"/>
            <a:ext cx="1828800" cy="2743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[REDACTED:AADHAAR]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3840480"/>
            <a:ext cx="1828800" cy="2743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[REDACTED:OTP]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3840480"/>
            <a:ext cx="1828800" cy="2743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[REDACTED:API_KEY]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ship your screen to the cloud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 act on a page, agents send screenshots and DOM text to a cloud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That payload carries cards, Aadhaar, PAN, passwords, OTPs, API keys and private messages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Prompting the model to “ignore” them does not help: the data has already left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34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sensitive values readable by OCR in a plain agent screenshot (5 test pages)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566160" cy="326440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Checkout page as an agent captures it today, all values visi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97280"/>
            <a:ext cx="3566160" cy="32644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93776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What an agent captures today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Zen does differently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Typical privacy layer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987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Zen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298448"/>
            <a:ext cx="310896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98448"/>
            <a:ext cx="2880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Filters the text you send to one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93592" y="1481328"/>
            <a:ext cx="128016" cy="21031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3749040" y="1298448"/>
            <a:ext cx="4937760" cy="576072"/>
          </a:xfrm>
          <a:prstGeom prst="roundRect">
            <a:avLst>
              <a:gd name="adj" fmla="val 12698"/>
            </a:avLst>
          </a:prstGeom>
          <a:solidFill>
            <a:srgbClr val="FBE3DA"/>
          </a:solidFill>
          <a:ln w="12700">
            <a:solidFill>
              <a:srgbClr val="FBE3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1298448"/>
            <a:ext cx="4709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Shields the page itself: screenshots, DOM text and input values. Works for any agent, no integration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1965960"/>
            <a:ext cx="310896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65960"/>
            <a:ext cx="2880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Blanks values out, so the AI loses the thread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3592" y="2148840"/>
            <a:ext cx="128016" cy="21031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3749040" y="1965960"/>
            <a:ext cx="4937760" cy="576072"/>
          </a:xfrm>
          <a:prstGeom prst="roundRect">
            <a:avLst>
              <a:gd name="adj" fmla="val 12698"/>
            </a:avLst>
          </a:prstGeom>
          <a:solidFill>
            <a:srgbClr val="FBE3DA"/>
          </a:solidFill>
          <a:ln w="12700">
            <a:solidFill>
              <a:srgbClr val="FBE3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86200" y="1965960"/>
            <a:ext cx="4709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Consistent pseudonyms ([EMAIL_1], [CARD_1]); the AI types the token, the real value is filled locally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57200" y="2633472"/>
            <a:ext cx="310896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633472"/>
            <a:ext cx="2880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Counts regex hits, ignores what can be inferred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93592" y="2816352"/>
            <a:ext cx="128016" cy="21031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3749040" y="2633472"/>
            <a:ext cx="4937760" cy="576072"/>
          </a:xfrm>
          <a:prstGeom prst="roundRect">
            <a:avLst>
              <a:gd name="adj" fmla="val 12698"/>
            </a:avLst>
          </a:prstGeom>
          <a:solidFill>
            <a:srgbClr val="FBE3DA"/>
          </a:solidFill>
          <a:ln w="12700">
            <a:solidFill>
              <a:srgbClr val="FBE3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2633472"/>
            <a:ext cx="4709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Red-teams inference (“card ending 4242”, DOB + PIN) and minimises the hints away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57200" y="3300984"/>
            <a:ext cx="310896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00984"/>
            <a:ext cx="2880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Trusts the model's 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93592" y="3483864"/>
            <a:ext cx="128016" cy="21031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3749040" y="3300984"/>
            <a:ext cx="4937760" cy="576072"/>
          </a:xfrm>
          <a:prstGeom prst="roundRect">
            <a:avLst>
              <a:gd name="adj" fmla="val 12698"/>
            </a:avLst>
          </a:prstGeom>
          <a:solidFill>
            <a:srgbClr val="FBE3DA"/>
          </a:solidFill>
          <a:ln w="12700">
            <a:solidFill>
              <a:srgbClr val="FBE3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3300984"/>
            <a:ext cx="4709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Local executor checks every action; secrets stay in a vault as {{SECRET:name}}; risky clicks need approval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57200" y="3968496"/>
            <a:ext cx="310896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968496"/>
            <a:ext cx="2880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Fails open if a check breaks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93592" y="4151376"/>
            <a:ext cx="128016" cy="21031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card"/>
          <p:cNvSpPr/>
          <p:nvPr/>
        </p:nvSpPr>
        <p:spPr>
          <a:xfrm>
            <a:off x="3749040" y="3968496"/>
            <a:ext cx="4937760" cy="576072"/>
          </a:xfrm>
          <a:prstGeom prst="roundRect">
            <a:avLst>
              <a:gd name="adj" fmla="val 12698"/>
            </a:avLst>
          </a:prstGeom>
          <a:solidFill>
            <a:srgbClr val="FBE3DA"/>
          </a:solidFill>
          <a:ln w="12700">
            <a:solidFill>
              <a:srgbClr val="FBE3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86200" y="3968496"/>
            <a:ext cx="4709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Fail-closed egress gate with canaries; a scanner error blocks the send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sensitive is decided on the device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822960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Data flow: page capture, local detectors, sanitized view, minimize, fail-closed gate, then the external LLM; actions come back through a local executor with vault, pseudonym map and user approv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13816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Only sanitized JSON crosses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044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trust boundary to the external LLM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64408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Real values come back locally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264408" y="39044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pseudonym.py and vault.py resolve tokens inside the executor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71616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Same detector everywhere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71616" y="39044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detect.py and its JS port stay in parity, checked by a 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Shield: protect the page, not the prompt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Checkout page without Z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51760" cy="2423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37560" y="1097280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Same page with Agent Shield: opaque blocks per ki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97280"/>
            <a:ext cx="2651760" cy="2423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584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Without Zen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337560" y="3584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Shield on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109728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Finds data with patterns + checksums (Luhn, Verhoeff), field structure, and a face detector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Turns on by itself when automation or a debugger is attached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Covers screenshots and rewrites DOM text and input values to [REDACTED:KIND]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Works for Playwright, CDP and agent extensions with no integration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97764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Real values never leave the page; covers appear about 3 ms after new content.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also test what an AI could guess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577840" y="10972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“card ending 4242”, 98XXXXX210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partial values removed before the AI sees them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5577840" y="22402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2350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DOB → year, PIN code → district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quasi-identifiers coarsened; every anonymity set stays ≥ 20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577840" y="33832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3493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 of 260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harmless tokens changed: utility kept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sends and actions are stopped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186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Zen dialog stopping a chat message that contains a card, phone and 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840480" cy="32186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AI-chat send guard: “Send sanitized” is the default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617720" y="1097280"/>
            <a:ext cx="406908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0" y="1170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Send guard fails closed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4447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if the editor refuses the sanitized text, nothing is sent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617720" y="1965960"/>
            <a:ext cx="406908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2039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Secrets the AI never sees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23134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it types {{SECRET:login_password}}; the executor fills the real value after approval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4617720" y="2834640"/>
            <a:ext cx="406908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29077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Prompt injection rejected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182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of 5 hijack attempts on the test page blocked; navigation only to allowed sites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4617720" y="3703320"/>
            <a:ext cx="406908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37764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Fail-closed egress gate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40507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every payload re-scanned; 5 of 5 canaries blocked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results, honest limits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1645920" cy="1261872"/>
          </a:xfrm>
          <a:prstGeom prst="roundRect">
            <a:avLst>
              <a:gd name="adj" fmla="val 5797"/>
            </a:avLst>
          </a:prstGeom>
          <a:solidFill>
            <a:srgbClr val="211E19"/>
          </a:solidFill>
          <a:ln w="12700">
            <a:solidFill>
              <a:srgbClr val="211E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→ 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8366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values readable by OCR in agent screenshots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2331720" y="1280160"/>
            <a:ext cx="1645920" cy="1261872"/>
          </a:xfrm>
          <a:prstGeom prst="roundRect">
            <a:avLst>
              <a:gd name="adj" fmla="val 5797"/>
            </a:avLst>
          </a:prstGeom>
          <a:solidFill>
            <a:srgbClr val="211E19"/>
          </a:solidFill>
          <a:ln w="12700">
            <a:solidFill>
              <a:srgbClr val="211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41448" y="1389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· 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441448" y="188366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values in page text / input values, shield on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114800" y="1280160"/>
            <a:ext cx="1645920" cy="1261872"/>
          </a:xfrm>
          <a:prstGeom prst="roundRect">
            <a:avLst>
              <a:gd name="adj" fmla="val 5797"/>
            </a:avLst>
          </a:prstGeom>
          <a:solidFill>
            <a:srgbClr val="211E19"/>
          </a:solidFill>
          <a:ln w="12700">
            <a:solidFill>
              <a:srgbClr val="211E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24528" y="1389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24528" y="188366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non-sensitive context kept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548640" y="2697480"/>
            <a:ext cx="1645920" cy="1261872"/>
          </a:xfrm>
          <a:prstGeom prst="roundRect">
            <a:avLst>
              <a:gd name="adj" fmla="val 5797"/>
            </a:avLst>
          </a:prstGeom>
          <a:solidFill>
            <a:srgbClr val="211E19"/>
          </a:solidFill>
          <a:ln w="12700">
            <a:solidFill>
              <a:srgbClr val="211E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807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 / 1.00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30098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detector recall / precision, 150 cases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2331720" y="2697480"/>
            <a:ext cx="1645920" cy="1261872"/>
          </a:xfrm>
          <a:prstGeom prst="roundRect">
            <a:avLst>
              <a:gd name="adj" fmla="val 5797"/>
            </a:avLst>
          </a:prstGeom>
          <a:solidFill>
            <a:srgbClr val="211E19"/>
          </a:solidFill>
          <a:ln w="12700">
            <a:solidFill>
              <a:srgbClr val="211E1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41448" y="2807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260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441448" y="330098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hard-negative tokens changed by minimize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4114800" y="2697480"/>
            <a:ext cx="1645920" cy="1261872"/>
          </a:xfrm>
          <a:prstGeom prst="roundRect">
            <a:avLst>
              <a:gd name="adj" fmla="val 5797"/>
            </a:avLst>
          </a:prstGeom>
          <a:solidFill>
            <a:srgbClr val="211E19"/>
          </a:solidFill>
          <a:ln w="12700">
            <a:solidFill>
              <a:srgbClr val="211E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24528" y="2807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224528" y="330098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Python tests pass, JS parity holds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Known gaps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16459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Obfuscated PII (spaced digits, “at/dot” emails): adversarial recall 0.20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Person names need 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Main-world page scripts can read their own variables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Claims cover the synthetic test pages and pathways only · github.com/PECathon-2026/Zen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n">
  <a:themeElements>
    <a:clrScheme name="Zen">
      <a:dk1>
        <a:srgbClr val="1B1C1A"/>
      </a:dk1>
      <a:lt1>
        <a:srgbClr val="FFFFFF"/>
      </a:lt1>
      <a:dk2>
        <a:srgbClr val="16140F"/>
      </a:dk2>
      <a:lt2>
        <a:srgbClr val="F3F1EC"/>
      </a:lt2>
      <a:accent1>
        <a:srgbClr val="B8431E"/>
      </a:accent1>
      <a:accent2>
        <a:srgbClr val="FFB59F"/>
      </a:accent2>
      <a:accent3>
        <a:srgbClr val="711C00"/>
      </a:accent3>
      <a:accent4>
        <a:srgbClr val="246B43"/>
      </a:accent4>
      <a:accent5>
        <a:srgbClr val="5A4A40"/>
      </a:accent5>
      <a:accent6>
        <a:srgbClr val="D9B8AB"/>
      </a:accent6>
      <a:hlink>
        <a:srgbClr val="B8431E"/>
      </a:hlink>
      <a:folHlink>
        <a:srgbClr val="711C00"/>
      </a:folHlink>
    </a:clrScheme>
    <a:fontScheme name="Z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Zen: a local privacy lens for AI browser agents</dc:title>
  <dc:subject>PptxGenJS Presentation</dc:subject>
  <dc:creator>PptxGenJS</dc:creator>
  <cp:lastModifiedBy>PptxGenJS</cp:lastModifiedBy>
  <cp:revision>1</cp:revision>
  <dcterms:created xsi:type="dcterms:W3CDTF">2026-10-30T02:37:23Z</dcterms:created>
  <dcterms:modified xsi:type="dcterms:W3CDTF">2026-10-30T02:37:23Z</dcterms:modified>
</cp:coreProperties>
</file>