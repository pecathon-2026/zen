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2064bd24-67b4-e514-5385-f2a52ad5146a}">
          <p14:sldIdLst>
            <p14:sldId id="256"/>
          </p14:sldIdLst>
        </p14:section>
        <p14:section name="Problem and design" id="{19efd1f9-7371-d214-7e64-60054fc4d798}">
          <p14:sldIdLst>
            <p14:sldId id="257"/>
            <p14:sldId id="258"/>
          </p14:sldIdLst>
        </p14:section>
        <p14:section name="How it works" id="{410377b2-d729-9dab-dfb7-a5256f00c943}">
          <p14:sldIdLst>
            <p14:sldId id="259"/>
            <p14:sldId id="260"/>
            <p14:sldId id="261"/>
            <p14:sldId id="262"/>
          </p14:sldIdLst>
        </p14:section>
        <p14:section name="Results" id="{ca57041c-fcd6-c924-da3b-23d81270b96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Zen is a Chrome extension plus a Python agent that lets AI agents work on web pages while sensitive data never reaches the external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from eval.shield_eval with the shield off: OCR reads 21 of the 34 synthetic sensitive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surfaces share one detector: zenlens/detect.py and its exact JS port extension/lib/detect.js, kept in parity by a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 detector on 150 labelled synthetic cases: recall 0.99, precision 1.00, about 0.014 ms per detect()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with eval.shield_eval in real Chromium: 0 values in screenshots, page text or input values; mean field cover 87%; focus keeps 95%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 test: 5 of 5 canaries blocked, 0 over-blocks on the eval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 options: scripted, on-device Ollama, or Claude on sanitized data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python -m eval.shield_eval, python -m eval.run_eval, python -m eval.inference.run, pytest -q, node --test extension/tests/.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N_DARK">
    <p:bg>
      <p:bgPr>
        <a:solidFill>
          <a:srgbClr val="1614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Zen · PS-004 PrivacyLens · PECathon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PECATHON 2026 · PS-004 PRIVACYLENS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Zen</a:t>
            </a:r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 local privacy lens for AI browser agents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“Compute what is sensitive locally. Reason globally only on sanitized data.”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[REDACTED:CARD]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[REDACTED:AADHAAR]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[REDACTED:OTP]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[REDACTED:API_KEY]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ship your screen to the cloud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 act on a page, agents send screenshots and DOM text to a cloud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That payload carries cards, Aadhaar, PAN, passwords, OTPs, API keys and private messages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Prompting the model to “ignore” them does not help: the data has already left</a:t>
            </a:r>
            <a:endParaRPr lang="en-US" sz="1500" dirty="0"/>
          </a:p>
        </p:txBody>
      </p:sp>
      <p:sp>
        <p:nvSpPr>
          <p:cNvPr id="4" name="card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of 34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sensitive values readable by OCR in a plain agent screenshot (5 test pages)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0" y="1097280"/>
            <a:ext cx="3566160" cy="326440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Image 0" descr="Checkout page as an agent captures it today, all values visi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97280"/>
            <a:ext cx="3566160" cy="32644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937760" y="4434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What an agent captures today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sensitive is decided on the device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17830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441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Web page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916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any site, any agent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1719072"/>
            <a:ext cx="256032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rd"/>
          <p:cNvSpPr/>
          <p:nvPr/>
        </p:nvSpPr>
        <p:spPr>
          <a:xfrm>
            <a:off x="2587752" y="1234440"/>
            <a:ext cx="17830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24912" y="13441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Detect locally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16916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detect.js + structural.js + face detector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6552" y="1719072"/>
            <a:ext cx="256032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ard"/>
          <p:cNvSpPr/>
          <p:nvPr/>
        </p:nvSpPr>
        <p:spPr>
          <a:xfrm>
            <a:off x="4718304" y="1234440"/>
            <a:ext cx="17830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55464" y="13441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Shield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55464" y="16916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covers pixels, rewrites DOM text and input values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47104" y="1719072"/>
            <a:ext cx="256032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ard"/>
          <p:cNvSpPr/>
          <p:nvPr/>
        </p:nvSpPr>
        <p:spPr>
          <a:xfrm>
            <a:off x="6848856" y="1234440"/>
            <a:ext cx="178308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86016" y="13441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Agent / LLM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86016" y="16916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sees [REDACTED:KIND] only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60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Local trust boundary: page → detection → shield</a:t>
            </a:r>
            <a:endParaRPr lang="en-US" sz="1100" dirty="0"/>
          </a:p>
        </p:txBody>
      </p:sp>
      <p:sp>
        <p:nvSpPr>
          <p:cNvPr id="19" name="card"/>
          <p:cNvSpPr/>
          <p:nvPr/>
        </p:nvSpPr>
        <p:spPr>
          <a:xfrm>
            <a:off x="457200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30906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Chrome extension (main)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3438144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Agent Shield for any agent driving the browser, highlight and mask, AI-chat send guard. Works offline.</a:t>
            </a:r>
            <a:endParaRPr lang="en-US" sz="1200" dirty="0"/>
          </a:p>
        </p:txBody>
      </p:sp>
      <p:sp>
        <p:nvSpPr>
          <p:cNvPr id="22" name="card"/>
          <p:cNvSpPr/>
          <p:nvPr/>
        </p:nvSpPr>
        <p:spPr>
          <a:xfrm>
            <a:off x="3264408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29000" y="30906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Python agent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3438144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Playwright loop: sanitized view → fail-closed egress gate → model → local executor with vault and approvals.</a:t>
            </a:r>
            <a:endParaRPr lang="en-US" sz="1200" dirty="0"/>
          </a:p>
        </p:txBody>
      </p:sp>
      <p:sp>
        <p:nvSpPr>
          <p:cNvPr id="25" name="card"/>
          <p:cNvSpPr/>
          <p:nvPr/>
        </p:nvSpPr>
        <p:spPr>
          <a:xfrm>
            <a:off x="6071616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6208" y="30906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 app (PWA)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438144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Before/after previews for text, screenshots and pages on PC and phone.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in depth, all inside the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566160" cy="326440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Checkout page with each sensitive value outlined and labelled by ki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566160" cy="3264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34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Highlight mode: every finding outlined and labelled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434840" y="1143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3484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074920" y="11247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Patterns + checksums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074920" y="14356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Luhn for cards, Verhoeff for Aadhaar, IP octet rules, API key and JWT shapes, India IDs (UPI, IFSC, GSTIN, PAN)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34840" y="2240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22219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Structure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25328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type=password, autocomplete=cc-number / one-time-code, labels like OTP, CVV, PIN, token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434840" y="3337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348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074920" y="331927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Pictures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074920" y="36301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bundled face detector per image; local OCR for text in images; unanalysable images covered whole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Shield: the agent sees placeholders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Checkout page without Z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2423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37560" y="109728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6" name="Image 1" descr="Same page with Agent Shield: opaque blocks per ki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097280"/>
            <a:ext cx="2651760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844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Without Zen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337560" y="35844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Shield on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263640" y="1097280"/>
            <a:ext cx="2468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Auto-on when navigator.webdriver is true or a debugger client is attached; “Always on” to fail closed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Screenshots: opaque blocks labelled by kind, kept on focus and scroll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DOM reads: text and input values become [REDACTED:KIND]; real values restored only for the instant of a submit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integration: works for Playwright, CDP and browser-agent extensions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977640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Real values never leave the page; covers appear about 3 ms after new content.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outgoing payloads are stopped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1868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Zen dialog stopping a chat message that contains a card, phone and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84048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89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AI-chat send guard on paste and send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4617720" y="1097280"/>
            <a:ext cx="406908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00600" y="12070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Send sanitized is the default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800600" y="1508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ChatGPT, Claude, Gemini, Copilot, Perplexity, or any site you add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17720" y="2212848"/>
            <a:ext cx="406908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232257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Fails closed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6243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if the editor refuses the replacement, the message is not sent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4617720" y="3328416"/>
            <a:ext cx="406908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00600" y="34381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Egress gate for the agent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373989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model payload is re-scanned; any PII, vault value or canary blocks it, and a scanner error blocks too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acts without ever seeing secrets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types {{SECRET:login_password}}; the local executor fills the real value from the vault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Placeholder kind must match the field: a password cannot go into a comment box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Navigation only to allowed origins; irreversible clicks (pay, send, delete) need your approval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Page text is untrusted: on the injection page all 5 hijack attempts are rejected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663440" y="1097280"/>
            <a:ext cx="4023360" cy="2267712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5" name="Image 0" descr="Agent run: steps rejected, and the exact data that would leave the dev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097280"/>
            <a:ext cx="4023360" cy="22677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663440" y="3429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Each step’s verdict, and the exact sanitized payload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4663440" y="379476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8862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End-to-end tests: vault values reach the page, but never model payloads, logs or reports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results, honest limits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→ 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values readable by OCR in agent screenshots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233172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4144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44144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values in page text / input values, shield on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11480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2452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non-sensitive context kept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54864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 / 1.00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detector recall / precision, 150 cases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233172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4144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260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244144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hard-negative tokens changed by minimize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11480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2452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22452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Python tests pass, JS parity holds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1280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Known gaps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1645920"/>
            <a:ext cx="2651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Obfuscated PII (spaced digits, “at/dot” emails): adversarial recall 0.20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Person names need NER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Main-world page scripts can read their own variables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Claims cover the synthetic test pages and pathways only · github.com/PECathon-2026/Zen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n">
  <a:themeElements>
    <a:clrScheme name="Zen">
      <a:dk1>
        <a:srgbClr val="1B1C1A"/>
      </a:dk1>
      <a:lt1>
        <a:srgbClr val="FFFFFF"/>
      </a:lt1>
      <a:dk2>
        <a:srgbClr val="16140F"/>
      </a:dk2>
      <a:lt2>
        <a:srgbClr val="F3F1EC"/>
      </a:lt2>
      <a:accent1>
        <a:srgbClr val="B8431E"/>
      </a:accent1>
      <a:accent2>
        <a:srgbClr val="FFB59F"/>
      </a:accent2>
      <a:accent3>
        <a:srgbClr val="711C00"/>
      </a:accent3>
      <a:accent4>
        <a:srgbClr val="246B43"/>
      </a:accent4>
      <a:accent5>
        <a:srgbClr val="5A4A40"/>
      </a:accent5>
      <a:accent6>
        <a:srgbClr val="D9B8AB"/>
      </a:accent6>
      <a:hlink>
        <a:srgbClr val="B8431E"/>
      </a:hlink>
      <a:folHlink>
        <a:srgbClr val="711C00"/>
      </a:folHlink>
    </a:clrScheme>
    <a:fontScheme name="Z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Zen: a local privacy lens for AI browser agents</dc:title>
  <dc:subject>PptxGenJS Presentation</dc:subject>
  <dc:creator>PptxGenJS</dc:creator>
  <cp:lastModifiedBy>PptxGenJS</cp:lastModifiedBy>
  <cp:revision>1</cp:revision>
  <dcterms:created xsi:type="dcterms:W3CDTF">2026-10-29T23:15:28Z</dcterms:created>
  <dcterms:modified xsi:type="dcterms:W3CDTF">2026-10-29T23:15:28Z</dcterms:modified>
</cp:coreProperties>
</file>