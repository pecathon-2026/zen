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a33088f-c293-2936-cd1b-b9e70c473b00}">
          <p14:sldIdLst>
            <p14:sldId id="256"/>
          </p14:sldIdLst>
        </p14:section>
        <p14:section name="Problem and design" id="{7c9d3da8-e2e4-fa03-76a8-948c0807347c}">
          <p14:sldIdLst>
            <p14:sldId id="257"/>
            <p14:sldId id="258"/>
            <p14:sldId id="259"/>
          </p14:sldIdLst>
        </p14:section>
        <p14:section name="How it works" id="{0a57517a-2f66-8ae7-8337-d1acae4c603c}">
          <p14:sldIdLst>
            <p14:sldId id="260"/>
            <p14:sldId id="261"/>
            <p14:sldId id="262"/>
          </p14:sldIdLst>
        </p14:section>
        <p14:section name="Results" id="{cd6f0a93-9a6c-fc38-9a7f-f491d7ab915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 is a Chrome extension plus a Python agent that lets AI agents work on web pages while sensitive data never reaches the external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from eval.shield_eval with the shield off: OCR reads 21 of the 34 synthetic sensitive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India-specific IDs with real checksums (Aadhaar Verhoeff, GSTIN mod-36, UPI, IFSC), a JS port that runs offline in the extension, and an on-device planner option via Ollama.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surfaces share this pipeline: the Chrome extension (main), the Python agent, and the web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with eval.shield_eval in real Chromium: 0 values in screenshots, page text or input values; mean field cover 87%; focus keeps 95%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eval.inference.run: an offline attacker tries to recover each redacted value from context. Leak = exact recovery, at least 1 bit narrowed, or re-identification. 2 known-gap leaks remain after minimise. Utility: 0 of 260 harmless tokens changed. Screenshot: the Zen web app in pseudonym mode; the same email maps to the same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tests prove vault values reach the page but never model payloads, logs or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python -m eval.shield_eval, python -m eval.run_eval, python -m eval.inference.run, pytest -q, node --test extension/tests/.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DARK">
    <p:bg>
      <p:bgPr>
        <a:solidFill>
          <a:srgbClr val="16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Zen · PS-004 PrivacyLens · PECathon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PECATHON 2026 · PS-004 PRIVACYLENS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</a:t>
            </a:r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 local privacy lens for AI browser agents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“Compute what is sensitive locally. Reason globally only on sanitized data.”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[REDACTED:CARD]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[REDACTED:AADHAAR]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[REDACTED:OTP]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[REDACTED:API_KEY]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ship your screen to the cloud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act on a page, agents send screenshots and DOM text to a cloud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That payload carries cards, Aadhaar, PAN, passwords, OTPs, API keys and private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Prompting the model to “ignore” them does not help: the data has already left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34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values readable by OCR in a plain agent screenshot (5 test pages)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0" y="1097280"/>
            <a:ext cx="3566160" cy="326440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0" descr="Checkout page as an agent captures it today, all values visi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97280"/>
            <a:ext cx="3566160" cy="32644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37760" y="4434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What an agent captures today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Zen does differently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87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Typical privacy layer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9875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Zen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457200" y="1298448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98448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Filters the text you send to one 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93592" y="1481328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3749040" y="1298448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298448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Shields the page itself: screenshots, DOM text and input values. Works for any agent, no integration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457200" y="1965960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965960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Blanks values out, so the AI loses the thread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93592" y="2148840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3749040" y="1965960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65960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Consistent pseudonyms ([EMAIL_1], [CARD_1]); the AI types the token, the real value is filled locally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633472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633472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Counts regex hits, ignores what can be inferred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93592" y="2816352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rd"/>
          <p:cNvSpPr/>
          <p:nvPr/>
        </p:nvSpPr>
        <p:spPr>
          <a:xfrm>
            <a:off x="3749040" y="2633472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86200" y="2633472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Red-teams inference (“card ending 4242”, DOB + PIN) and minimises the hints away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457200" y="3300984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300984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Trusts the model's actions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93592" y="3483864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749040" y="3300984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86200" y="3300984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Local executor checks every action; secrets stay in a vault as {{SECRET:name}}; risky clicks need approval</a:t>
            </a:r>
            <a:endParaRPr lang="en-US" sz="1200" dirty="0"/>
          </a:p>
        </p:txBody>
      </p:sp>
      <p:sp>
        <p:nvSpPr>
          <p:cNvPr id="25" name="card"/>
          <p:cNvSpPr/>
          <p:nvPr/>
        </p:nvSpPr>
        <p:spPr>
          <a:xfrm>
            <a:off x="457200" y="3968496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68496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Fails open if a check breaks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93592" y="4151376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ard"/>
          <p:cNvSpPr/>
          <p:nvPr/>
        </p:nvSpPr>
        <p:spPr>
          <a:xfrm>
            <a:off x="3749040" y="3968496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86200" y="3968496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Fail-closed egress gate with canaries; a scanner error blocks the send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sensitive is decided on the device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8229600" cy="2377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Data flow: page capture, local detectors, sanitized view, minimize, fail-closed gate, then the external LLM; actions come back through a local executor with vault, pseudonym map and user 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Only sanitized JSON crosses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trust boundary to the external LLM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Real values come back locally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pseudonym.py and vault.py resolve tokens inside the executor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Same detector everywhere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detect.py and its JS port stay in parity, checked by a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Shield: protect the page, not the prompt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Checkout page without Z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2423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3756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6" name="Image 1" descr="Same page with Agent Shield: opaque blocks per k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097280"/>
            <a:ext cx="2651760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Without Zen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33756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Shield on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it detects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17920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UPI ID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470648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70648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Bank account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IFSC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470648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70648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GSTIN · mod-36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17920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Aadhaar · Verhoeff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70648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70648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PAN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217920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Voter ID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7470648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470648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Passport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217920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17920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Vehicle plate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7470648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470648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+91 phone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217920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217920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Card · Luhn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7470648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470648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OTP · password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217920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217920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API key · token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470648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70648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Email · IP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217920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17920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Faces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470648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470648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Address · name fields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217920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Highlighted: built for India. Hindi digits (०–९) and Hinglish keywords handled too.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457200" y="39319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Turns on by itself when an agent drives the browser. Covers appear about 3 ms after new content; real values never leave the page.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also test what an AI could guess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937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Zen web app: UPI ID, bank account, IFSC, email and phone replaced by consistent tokens such as [UPI_ID_1] and [EMAIL_1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4937760" cy="256032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5577840" y="100584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078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“card ending 4242”, 98XXXXX210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1371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partial values removed before the AI sees them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5577840" y="182880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901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DOB → year, PIN code → district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1945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quasi-identifiers coarsened; every anonymity set stays ≥ 20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557784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724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48 of 48 → 2 of 48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017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red-team scenarios where a value can be recovered: plain redaction vs Zen</a:t>
            </a:r>
            <a:endParaRPr lang="en-US" sz="1100" dirty="0"/>
          </a:p>
        </p:txBody>
      </p:sp>
      <p:sp>
        <p:nvSpPr>
          <p:cNvPr id="14" name="card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368503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 the page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3685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4242 · meera@example.com · DOB 14/03/1991 · PIN 560038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Plain redaction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005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4242 · [REDACTED:EMAIL] · DOB 14/03/1991 · PIN 560038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005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A1A1A"/>
                </a:solidFill>
              </a:rPr>
              <a:t>digits, DOB, PIN leak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3251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Zen sends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828800" y="43251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[MASKED] · [EMAIL_1] · DOB 1991 · PIN 560xxx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3251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only coarse hints left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sends and actions are stopped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1868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Zen dialog stopping a chat message that contains a card, phone and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AI-chat send guard: “Send sanitized” is the default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4617720" y="109728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0" y="11704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Send guard fails closed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44475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if the editor refuses the sanitized text, nothing is sent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617720" y="196596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2039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Secrets the AI never sees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313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 types {{SECRET:login_password}}; the executor fills the real value after approval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617720" y="283464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29077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Prompt injection rejected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1821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 of 5 hijack attempts on the test page blocked; navigation only to allowed sites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17720" y="370332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7764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Fail-closed egress gate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05079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every payload re-scanned; 5 of 5 canaries blocked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results, honest limits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→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readable by OCR in agent screenshots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233172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44144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in page text / input values, shield on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11480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2452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non-sensitive context kept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54864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 / 1.00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detector recall / precision, 150 cases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233172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4144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260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hard-negative tokens changed by minimize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11480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2452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2452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Python tests pass, JS parity holds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1280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Known gaps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64592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Obfuscated PII (spaced digits, “at/dot” emails): adversarial recall 0.20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Person names need NER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Main-world page scripts can read their own variables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Claims cover the synthetic test pages and pathways only · github.com/PECathon-2026/Zen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n">
  <a:themeElements>
    <a:clrScheme name="Zen">
      <a:dk1>
        <a:srgbClr val="1B1C1A"/>
      </a:dk1>
      <a:lt1>
        <a:srgbClr val="FFFFFF"/>
      </a:lt1>
      <a:dk2>
        <a:srgbClr val="16140F"/>
      </a:dk2>
      <a:lt2>
        <a:srgbClr val="F3F1EC"/>
      </a:lt2>
      <a:accent1>
        <a:srgbClr val="B8431E"/>
      </a:accent1>
      <a:accent2>
        <a:srgbClr val="FFB59F"/>
      </a:accent2>
      <a:accent3>
        <a:srgbClr val="711C00"/>
      </a:accent3>
      <a:accent4>
        <a:srgbClr val="246B43"/>
      </a:accent4>
      <a:accent5>
        <a:srgbClr val="5A4A40"/>
      </a:accent5>
      <a:accent6>
        <a:srgbClr val="D9B8AB"/>
      </a:accent6>
      <a:hlink>
        <a:srgbClr val="B8431E"/>
      </a:hlink>
      <a:folHlink>
        <a:srgbClr val="711C00"/>
      </a:folHlink>
    </a:clrScheme>
    <a:fontScheme name="Z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Zen: a local privacy lens for AI browser agents</dc:title>
  <dc:subject>PptxGenJS Presentation</dc:subject>
  <dc:creator>PptxGenJS</dc:creator>
  <cp:lastModifiedBy>PptxGenJS</cp:lastModifiedBy>
  <cp:revision>1</cp:revision>
  <dcterms:created xsi:type="dcterms:W3CDTF">2026-10-30T03:11:00Z</dcterms:created>
  <dcterms:modified xsi:type="dcterms:W3CDTF">2026-10-30T03:11:00Z</dcterms:modified>
</cp:coreProperties>
</file>